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6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4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5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5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5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72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8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5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FE213-5823-4D17-ADBA-EF98E7A8AE1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55AE7-4AB0-4F4C-9B9D-296770B0D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3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152400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sidebar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752600" y="1375913"/>
            <a:ext cx="2904715" cy="1752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399" y="4038600"/>
            <a:ext cx="2932113" cy="177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5029200" y="2895600"/>
            <a:ext cx="3505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TEXT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462281"/>
              </p:ext>
            </p:extLst>
          </p:nvPr>
        </p:nvGraphicFramePr>
        <p:xfrm>
          <a:off x="1524000" y="1397000"/>
          <a:ext cx="6400800" cy="369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9245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Ttreere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ddsds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9245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245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245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129506"/>
            <a:ext cx="2932113" cy="177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1267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5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SamFam</dc:creator>
  <cp:lastModifiedBy>SamFam</cp:lastModifiedBy>
  <cp:revision>2</cp:revision>
  <dcterms:created xsi:type="dcterms:W3CDTF">2020-01-16T21:20:57Z</dcterms:created>
  <dcterms:modified xsi:type="dcterms:W3CDTF">2020-01-17T02:29:49Z</dcterms:modified>
</cp:coreProperties>
</file>